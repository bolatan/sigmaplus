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2915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C0C0"/>
                </a:solidFill>
              </a:rPr>
              <a:t>Test Corp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HEADER_SLIDE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2915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C0C0"/>
                </a:solidFill>
              </a:rPr>
              <a:t>Test Corp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2915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C0C0"/>
                </a:solidFill>
              </a:rPr>
              <a:t>Test Corp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Q1 Customer Feedback Report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08610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7F7F"/>
                </a:solidFill>
              </a:rPr>
              <a:t>Customer Satisfaction Survey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145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Study Overview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Study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Project Name: Test Project\nBackground: A test project.\nObjectives: To test reporting.\nMethodology: Online questionnaire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145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Respondent Profile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Respondent Profile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Total Respondents: 4\nGender Distribution: Male: 2 (50.0%), Female: 1 (25.0%), Prefer not to say: 1 (25.0%)\nAge Distribution: 25-35: 2 (50.0%), 36-50: 1 (25.0%), Under 25: 1 (25.0%)\nOccupation: Data not available\nIncome: Data not available\nOutlet Type: Data not available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Chart will be generated here.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145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Executive Summary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brief summary of the findings.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2025-08-23T11:12:33Z</dcterms:created>
  <dcterms:modified xsi:type="dcterms:W3CDTF">2025-08-23T11:12:33Z</dcterms:modified>
</cp:coreProperties>
</file>