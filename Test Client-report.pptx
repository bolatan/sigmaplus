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Location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Global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Gender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Mixed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Test Project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Study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Background: This is a test project.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Objectives: To test the reporting framework.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Methodology: Agile development and testing.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Respondent Profile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914400" y="1828800"/>
          <a:ext cx="7315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Executive Summary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This is a test executive summary.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Core Insight Areas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These are test core insights.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Regional and Outlet-Level Findings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These are test regional findings.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Recommendations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These are test recommendations.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2025-07-13T16:54:32Z</dcterms:created>
  <dcterms:modified xsi:type="dcterms:W3CDTF">2025-07-13T16:54:32Z</dcterms:modified>
</cp:coreProperties>
</file>