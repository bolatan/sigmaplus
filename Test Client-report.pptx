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Study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Project Name: Test Project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Background: This is a test project.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Objectives: To test the reporting framework.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Methodology: Agile development and testing.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Respondent Profile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Location: Global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Gender: Mixed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This is a test executive summary.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Core Insight Areas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These are test core insights.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Regional and Outlet-Level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These are test regional findings.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These are test recommendations.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2025-07-13T16:46:12Z</dcterms:created>
  <dcterms:modified xsi:type="dcterms:W3CDTF">2025-07-13T16:46:12Z</dcterms:modified>
</cp:coreProperties>
</file>